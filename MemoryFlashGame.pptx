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A7B76D-4970-4085-8B64-C7CD680CEE57}" v="1" dt="2026-02-17T18:22:41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ya Bhuyar" userId="51de81afcdc5d3a0" providerId="LiveId" clId="{7650F7E4-4B20-4C7D-B926-9A259B1E48DD}"/>
    <pc:docChg chg="undo custSel modSld">
      <pc:chgData name="Riya Bhuyar" userId="51de81afcdc5d3a0" providerId="LiveId" clId="{7650F7E4-4B20-4C7D-B926-9A259B1E48DD}" dt="2026-03-01T16:19:50.850" v="1454" actId="1076"/>
      <pc:docMkLst>
        <pc:docMk/>
      </pc:docMkLst>
      <pc:sldChg chg="modSp mod">
        <pc:chgData name="Riya Bhuyar" userId="51de81afcdc5d3a0" providerId="LiveId" clId="{7650F7E4-4B20-4C7D-B926-9A259B1E48DD}" dt="2026-02-17T18:25:45.275" v="1395" actId="20577"/>
        <pc:sldMkLst>
          <pc:docMk/>
          <pc:sldMk cId="0" sldId="256"/>
        </pc:sldMkLst>
        <pc:spChg chg="mod">
          <ac:chgData name="Riya Bhuyar" userId="51de81afcdc5d3a0" providerId="LiveId" clId="{7650F7E4-4B20-4C7D-B926-9A259B1E48DD}" dt="2026-02-17T15:25:53.036" v="351" actId="2057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25:45.275" v="1395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Riya Bhuyar" userId="51de81afcdc5d3a0" providerId="LiveId" clId="{7650F7E4-4B20-4C7D-B926-9A259B1E48DD}" dt="2026-02-17T15:26:08.569" v="352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Riya Bhuyar" userId="51de81afcdc5d3a0" providerId="LiveId" clId="{7650F7E4-4B20-4C7D-B926-9A259B1E48DD}" dt="2026-02-17T15:25:33.691" v="332" actId="20577"/>
          <ac:spMkLst>
            <pc:docMk/>
            <pc:sldMk cId="0" sldId="256"/>
            <ac:spMk id="25" creationId="{00000000-0000-0000-0000-000000000000}"/>
          </ac:spMkLst>
        </pc:spChg>
      </pc:sldChg>
      <pc:sldChg chg="modSp mod">
        <pc:chgData name="Riya Bhuyar" userId="51de81afcdc5d3a0" providerId="LiveId" clId="{7650F7E4-4B20-4C7D-B926-9A259B1E48DD}" dt="2026-02-18T09:58:32.494" v="1452" actId="1076"/>
        <pc:sldMkLst>
          <pc:docMk/>
          <pc:sldMk cId="0" sldId="257"/>
        </pc:sldMkLst>
        <pc:spChg chg="mod">
          <ac:chgData name="Riya Bhuyar" userId="51de81afcdc5d3a0" providerId="LiveId" clId="{7650F7E4-4B20-4C7D-B926-9A259B1E48DD}" dt="2026-02-18T09:57:38.422" v="1446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8:32.494" v="1452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8:24.405" v="1451" actId="1076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Riya Bhuyar" userId="51de81afcdc5d3a0" providerId="LiveId" clId="{7650F7E4-4B20-4C7D-B926-9A259B1E48DD}" dt="2026-02-17T18:06:04.195" v="775" actId="255"/>
        <pc:sldMkLst>
          <pc:docMk/>
          <pc:sldMk cId="0" sldId="258"/>
        </pc:sldMkLst>
        <pc:spChg chg="mod">
          <ac:chgData name="Riya Bhuyar" userId="51de81afcdc5d3a0" providerId="LiveId" clId="{7650F7E4-4B20-4C7D-B926-9A259B1E48DD}" dt="2026-02-17T18:06:04.195" v="775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49:09.608" v="402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48:43.155" v="399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49:29.526" v="403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49:41.555" v="404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50:04.269" v="407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50:23.460" v="408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50:40.816" v="409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57:39.912" v="623" actId="20577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Riya Bhuyar" userId="51de81afcdc5d3a0" providerId="LiveId" clId="{7650F7E4-4B20-4C7D-B926-9A259B1E48DD}" dt="2026-03-01T16:19:50.850" v="1454" actId="1076"/>
        <pc:sldMkLst>
          <pc:docMk/>
          <pc:sldMk cId="0" sldId="259"/>
        </pc:sldMkLst>
        <pc:spChg chg="mod">
          <ac:chgData name="Riya Bhuyar" userId="51de81afcdc5d3a0" providerId="LiveId" clId="{7650F7E4-4B20-4C7D-B926-9A259B1E48DD}" dt="2026-02-17T18:20:25.497" v="1360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Riya Bhuyar" userId="51de81afcdc5d3a0" providerId="LiveId" clId="{7650F7E4-4B20-4C7D-B926-9A259B1E48DD}" dt="2026-03-01T16:19:50.850" v="1454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1:58.949" v="747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2:17.003" v="750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2:40.934" v="753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2:56.384" v="755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3:09.035" v="757" actId="1076"/>
          <ac:spMkLst>
            <pc:docMk/>
            <pc:sldMk cId="0" sldId="259"/>
            <ac:spMk id="22" creationId="{00000000-0000-0000-0000-000000000000}"/>
          </ac:spMkLst>
        </pc:spChg>
      </pc:sldChg>
      <pc:sldChg chg="modSp mod">
        <pc:chgData name="Riya Bhuyar" userId="51de81afcdc5d3a0" providerId="LiveId" clId="{7650F7E4-4B20-4C7D-B926-9A259B1E48DD}" dt="2026-02-17T18:06:23.501" v="777" actId="1076"/>
        <pc:sldMkLst>
          <pc:docMk/>
          <pc:sldMk cId="0" sldId="260"/>
        </pc:sldMkLst>
        <pc:spChg chg="mod">
          <ac:chgData name="Riya Bhuyar" userId="51de81afcdc5d3a0" providerId="LiveId" clId="{7650F7E4-4B20-4C7D-B926-9A259B1E48DD}" dt="2026-02-17T18:05:33.562" v="771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5:19.532" v="770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3:49.047" v="758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4:41.229" v="766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4:04.518" v="761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4:49.713" v="767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4:21.998" v="764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4:57.009" v="768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4:28.757" v="765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5:06.209" v="769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iya Bhuyar" userId="51de81afcdc5d3a0" providerId="LiveId" clId="{7650F7E4-4B20-4C7D-B926-9A259B1E48DD}" dt="2026-02-17T15:26:55.660" v="353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iya Bhuyar" userId="51de81afcdc5d3a0" providerId="LiveId" clId="{7650F7E4-4B20-4C7D-B926-9A259B1E48DD}" dt="2026-02-17T15:27:03.331" v="354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iya Bhuyar" userId="51de81afcdc5d3a0" providerId="LiveId" clId="{7650F7E4-4B20-4C7D-B926-9A259B1E48DD}" dt="2026-02-17T15:27:46.175" v="358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iya Bhuyar" userId="51de81afcdc5d3a0" providerId="LiveId" clId="{7650F7E4-4B20-4C7D-B926-9A259B1E48DD}" dt="2026-02-17T15:27:09.023" v="355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Riya Bhuyar" userId="51de81afcdc5d3a0" providerId="LiveId" clId="{7650F7E4-4B20-4C7D-B926-9A259B1E48DD}" dt="2026-02-17T15:27:27.983" v="357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6:16.733" v="776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06:23.501" v="777" actId="1076"/>
          <ac:spMkLst>
            <pc:docMk/>
            <pc:sldMk cId="0" sldId="260"/>
            <ac:spMk id="30" creationId="{00000000-0000-0000-0000-000000000000}"/>
          </ac:spMkLst>
        </pc:spChg>
      </pc:sldChg>
      <pc:sldChg chg="addSp delSp modSp mod">
        <pc:chgData name="Riya Bhuyar" userId="51de81afcdc5d3a0" providerId="LiveId" clId="{7650F7E4-4B20-4C7D-B926-9A259B1E48DD}" dt="2026-02-17T18:20:38.685" v="1361" actId="255"/>
        <pc:sldMkLst>
          <pc:docMk/>
          <pc:sldMk cId="0" sldId="261"/>
        </pc:sldMkLst>
        <pc:spChg chg="mod">
          <ac:chgData name="Riya Bhuyar" userId="51de81afcdc5d3a0" providerId="LiveId" clId="{7650F7E4-4B20-4C7D-B926-9A259B1E48DD}" dt="2026-02-17T18:20:38.685" v="1361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2:06.953" v="1133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2:17.679" v="1134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3:08.779" v="1138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3:36.654" v="1140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4:19.928" v="1144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3:52.947" v="1141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5:01.700" v="1147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4:35.641" v="1145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5:16.283" v="1149" actId="1076"/>
          <ac:spMkLst>
            <pc:docMk/>
            <pc:sldMk cId="0" sldId="261"/>
            <ac:spMk id="23" creationId="{00000000-0000-0000-0000-000000000000}"/>
          </ac:spMkLst>
        </pc:spChg>
        <pc:spChg chg="add del mod">
          <ac:chgData name="Riya Bhuyar" userId="51de81afcdc5d3a0" providerId="LiveId" clId="{7650F7E4-4B20-4C7D-B926-9A259B1E48DD}" dt="2026-02-17T18:15:25.874" v="1150" actId="25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5:54.720" v="1155" actId="20577"/>
          <ac:spMkLst>
            <pc:docMk/>
            <pc:sldMk cId="0" sldId="261"/>
            <ac:spMk id="27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6:01.214" v="1156" actId="255"/>
          <ac:spMkLst>
            <pc:docMk/>
            <pc:sldMk cId="0" sldId="261"/>
            <ac:spMk id="28" creationId="{00000000-0000-0000-0000-000000000000}"/>
          </ac:spMkLst>
        </pc:spChg>
      </pc:sldChg>
      <pc:sldChg chg="modSp mod">
        <pc:chgData name="Riya Bhuyar" userId="51de81afcdc5d3a0" providerId="LiveId" clId="{7650F7E4-4B20-4C7D-B926-9A259B1E48DD}" dt="2026-02-18T09:56:49.564" v="1442" actId="14100"/>
        <pc:sldMkLst>
          <pc:docMk/>
          <pc:sldMk cId="0" sldId="262"/>
        </pc:sldMkLst>
        <pc:spChg chg="mod">
          <ac:chgData name="Riya Bhuyar" userId="51de81afcdc5d3a0" providerId="LiveId" clId="{7650F7E4-4B20-4C7D-B926-9A259B1E48DD}" dt="2026-02-17T18:20:50.999" v="1363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3:26.751" v="1417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6:30.370" v="1439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2:04.153" v="1406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3:14.939" v="141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3:11.677" v="1415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3:34.322" v="1418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6:37.873" v="1440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3:39.618" v="1419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6:43.007" v="1441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3:42.844" v="1420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6:49.564" v="1442" actId="14100"/>
          <ac:spMkLst>
            <pc:docMk/>
            <pc:sldMk cId="0" sldId="262"/>
            <ac:spMk id="24" creationId="{00000000-0000-0000-0000-000000000000}"/>
          </ac:spMkLst>
        </pc:spChg>
      </pc:sldChg>
      <pc:sldChg chg="delSp modSp mod">
        <pc:chgData name="Riya Bhuyar" userId="51de81afcdc5d3a0" providerId="LiveId" clId="{7650F7E4-4B20-4C7D-B926-9A259B1E48DD}" dt="2026-02-18T09:54:53.345" v="1430" actId="1076"/>
        <pc:sldMkLst>
          <pc:docMk/>
          <pc:sldMk cId="0" sldId="263"/>
        </pc:sldMkLst>
        <pc:spChg chg="mod">
          <ac:chgData name="Riya Bhuyar" userId="51de81afcdc5d3a0" providerId="LiveId" clId="{7650F7E4-4B20-4C7D-B926-9A259B1E48DD}" dt="2026-02-17T18:21:08.976" v="1364" actId="255"/>
          <ac:spMkLst>
            <pc:docMk/>
            <pc:sldMk cId="0" sldId="263"/>
            <ac:spMk id="4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7:47.003" v="1171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4:34.975" v="1426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7:46.521" v="1170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4:37.854" v="1427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iya Bhuyar" userId="51de81afcdc5d3a0" providerId="LiveId" clId="{7650F7E4-4B20-4C7D-B926-9A259B1E48DD}" dt="2026-02-17T18:17:44.498" v="1168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4:43.203" v="1428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56:00.360" v="443" actId="6549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4:49.461" v="1429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iya Bhuyar" userId="51de81afcdc5d3a0" providerId="LiveId" clId="{7650F7E4-4B20-4C7D-B926-9A259B1E48DD}" dt="2026-02-17T17:56:08.432" v="445" actId="6549"/>
          <ac:spMkLst>
            <pc:docMk/>
            <pc:sldMk cId="0" sldId="263"/>
            <ac:spMk id="17" creationId="{00000000-0000-0000-0000-000000000000}"/>
          </ac:spMkLst>
        </pc:spChg>
        <pc:spChg chg="mod">
          <ac:chgData name="Riya Bhuyar" userId="51de81afcdc5d3a0" providerId="LiveId" clId="{7650F7E4-4B20-4C7D-B926-9A259B1E48DD}" dt="2026-02-18T09:54:53.345" v="1430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Riya Bhuyar" userId="51de81afcdc5d3a0" providerId="LiveId" clId="{7650F7E4-4B20-4C7D-B926-9A259B1E48DD}" dt="2026-02-17T15:29:14.514" v="381" actId="20577"/>
          <ac:spMkLst>
            <pc:docMk/>
            <pc:sldMk cId="0" sldId="263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0855-0C06-4E08-9CB9-73B0AD7B04AB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795CC-65AB-4A76-98C8-7CB705141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61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795CC-65AB-4A76-98C8-7CB7051419C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979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795CC-65AB-4A76-98C8-7CB7051419C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21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88952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52560" y="137160"/>
            <a:ext cx="3044952" cy="658368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89720" y="274320"/>
            <a:ext cx="594360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93808" y="274320"/>
            <a:ext cx="59436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97896" y="274320"/>
            <a:ext cx="594360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01984" y="274320"/>
            <a:ext cx="594360" cy="548640"/>
          </a:xfrm>
          <a:prstGeom prst="rect">
            <a:avLst/>
          </a:prstGeom>
          <a:solidFill>
            <a:srgbClr val="FFE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89720" y="932688"/>
            <a:ext cx="594360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93808" y="932688"/>
            <a:ext cx="59436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97896" y="932688"/>
            <a:ext cx="594360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301984" y="932688"/>
            <a:ext cx="594360" cy="548640"/>
          </a:xfrm>
          <a:prstGeom prst="rect">
            <a:avLst/>
          </a:prstGeom>
          <a:solidFill>
            <a:srgbClr val="FFE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89720" y="1591056"/>
            <a:ext cx="594360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893808" y="1591056"/>
            <a:ext cx="59436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97896" y="1591056"/>
            <a:ext cx="594360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301984" y="1591056"/>
            <a:ext cx="594360" cy="548640"/>
          </a:xfrm>
          <a:prstGeom prst="rect">
            <a:avLst/>
          </a:prstGeom>
          <a:solidFill>
            <a:srgbClr val="FFE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MEMORY FLASH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90E0EF"/>
                </a:solidFill>
                <a:latin typeface="Calibri"/>
              </a:rPr>
              <a:t>A Console-Based Color Memory Game in 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07792"/>
            <a:ext cx="6858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0906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1"/>
                </a:solidFill>
                <a:latin typeface="Calibri"/>
              </a:rPr>
              <a:t>MIT-WPU  |  Department of Computer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AD3E1"/>
                </a:solidFill>
                <a:latin typeface="Calibri"/>
              </a:rPr>
              <a:t>Subject:  Foundations of Programming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AD3E1"/>
                </a:solidFill>
                <a:latin typeface="Calibri"/>
              </a:rPr>
              <a:t>Team:      </a:t>
            </a:r>
            <a:r>
              <a:rPr lang="en-US" sz="1400" b="0" i="0" dirty="0">
                <a:solidFill>
                  <a:srgbClr val="CAD3E1"/>
                </a:solidFill>
                <a:latin typeface="Calibri"/>
              </a:rPr>
              <a:t>Vineet </a:t>
            </a:r>
            <a:r>
              <a:rPr lang="en-US" sz="1400" b="0" i="0" dirty="0" err="1">
                <a:solidFill>
                  <a:srgbClr val="CAD3E1"/>
                </a:solidFill>
                <a:latin typeface="Calibri"/>
              </a:rPr>
              <a:t>Shirode</a:t>
            </a:r>
            <a:r>
              <a:rPr lang="en-US" sz="1400" b="0" i="0" dirty="0">
                <a:solidFill>
                  <a:srgbClr val="CAD3E1"/>
                </a:solidFill>
                <a:latin typeface="Calibri"/>
              </a:rPr>
              <a:t>(1262250609)            Snigdha Dutt(</a:t>
            </a:r>
            <a:r>
              <a:rPr lang="en-US" sz="1400" b="0" i="0">
                <a:solidFill>
                  <a:srgbClr val="CAD3E1"/>
                </a:solidFill>
                <a:latin typeface="Calibri"/>
              </a:rPr>
              <a:t>1262253159)</a:t>
            </a:r>
            <a:endParaRPr lang="en-US" sz="1400" b="0" i="0" dirty="0">
              <a:solidFill>
                <a:srgbClr val="CAD3E1"/>
              </a:solidFill>
              <a:latin typeface="Calibri"/>
            </a:endParaRPr>
          </a:p>
          <a:p>
            <a:pPr algn="l"/>
            <a:r>
              <a:rPr lang="en-US" sz="1400" dirty="0">
                <a:solidFill>
                  <a:srgbClr val="CAD3E1"/>
                </a:solidFill>
                <a:latin typeface="Calibri"/>
              </a:rPr>
              <a:t>                </a:t>
            </a:r>
            <a:r>
              <a:rPr lang="en-US" sz="1400" b="0" i="0" dirty="0">
                <a:solidFill>
                  <a:srgbClr val="CAD3E1"/>
                </a:solidFill>
                <a:latin typeface="Calibri"/>
              </a:rPr>
              <a:t> Arohi Govindu(1262251693) </a:t>
            </a:r>
            <a:r>
              <a:rPr lang="en-US" sz="1400" dirty="0">
                <a:solidFill>
                  <a:srgbClr val="CAD3E1"/>
                </a:solidFill>
                <a:latin typeface="Calibri"/>
              </a:rPr>
              <a:t>           </a:t>
            </a:r>
            <a:r>
              <a:rPr lang="en-US" sz="1400" b="0" i="0" dirty="0">
                <a:solidFill>
                  <a:srgbClr val="CAD3E1"/>
                </a:solidFill>
                <a:latin typeface="Calibri"/>
              </a:rPr>
              <a:t>Rajvi Thuse(1262252904)</a:t>
            </a:r>
            <a:endParaRPr sz="1400"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060" y="4734585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AD3E1"/>
                </a:solidFill>
                <a:latin typeface="Calibri"/>
              </a:rPr>
              <a:t>Faculty:   </a:t>
            </a:r>
            <a:r>
              <a:rPr lang="en-US" sz="1400" b="0" i="0" dirty="0">
                <a:solidFill>
                  <a:srgbClr val="CAD3E1"/>
                </a:solidFill>
                <a:latin typeface="Calibri"/>
              </a:rPr>
              <a:t>Dr. Nikhil </a:t>
            </a:r>
            <a:r>
              <a:rPr lang="en-US" sz="1400" b="0" i="0" dirty="0" err="1">
                <a:solidFill>
                  <a:srgbClr val="CAD3E1"/>
                </a:solidFill>
                <a:latin typeface="Calibri"/>
              </a:rPr>
              <a:t>Soniminde</a:t>
            </a:r>
            <a:endParaRPr sz="1400"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5138928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AD3E1"/>
                </a:solidFill>
                <a:latin typeface="Calibri"/>
              </a:rPr>
              <a:t>Year:       202</a:t>
            </a:r>
            <a:r>
              <a:rPr lang="en-US" sz="1400" b="0" i="0" dirty="0">
                <a:solidFill>
                  <a:srgbClr val="CAD3E1"/>
                </a:solidFill>
                <a:latin typeface="Calibri"/>
              </a:rPr>
              <a:t>5</a:t>
            </a:r>
            <a:r>
              <a:rPr sz="1400" b="0" i="0" dirty="0">
                <a:solidFill>
                  <a:srgbClr val="CAD3E1"/>
                </a:solidFill>
                <a:latin typeface="Calibri"/>
              </a:rPr>
              <a:t> - 2</a:t>
            </a:r>
            <a:r>
              <a:rPr lang="en-US" sz="1400" b="0" i="0" dirty="0">
                <a:solidFill>
                  <a:srgbClr val="CAD3E1"/>
                </a:solidFill>
                <a:latin typeface="Calibri"/>
              </a:rPr>
              <a:t>6</a:t>
            </a:r>
            <a:endParaRPr sz="1400"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6080760"/>
            <a:ext cx="1508760" cy="5669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080760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6080760"/>
            <a:ext cx="1508760" cy="566928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48840" y="6080760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GREEN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6080760"/>
            <a:ext cx="1508760" cy="5669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0" y="6080760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BLUE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6080760"/>
            <a:ext cx="1508760" cy="566928"/>
          </a:xfrm>
          <a:prstGeom prst="rect">
            <a:avLst/>
          </a:prstGeom>
          <a:solidFill>
            <a:srgbClr val="FFE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32120" y="6080760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YELLOW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  <a:latin typeface="Calibri"/>
              </a:rPr>
              <a:t>1  /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00B4D8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665" y="685574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0E0EF"/>
                </a:solidFill>
                <a:latin typeface="Calibri"/>
              </a:rPr>
              <a:t>What is this project</a:t>
            </a:r>
            <a:r>
              <a:rPr lang="en-US" sz="1600" b="0" i="1" dirty="0">
                <a:solidFill>
                  <a:srgbClr val="90E0EF"/>
                </a:solidFill>
                <a:latin typeface="Calibri"/>
              </a:rPr>
              <a:t>?</a:t>
            </a:r>
            <a:endParaRPr sz="1300" b="0" i="1" dirty="0">
              <a:solidFill>
                <a:srgbClr val="90E0E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1625" y="1682496"/>
            <a:ext cx="7973694" cy="406908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504" y="2153585"/>
            <a:ext cx="7790815" cy="325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è"/>
            </a:pPr>
            <a:r>
              <a:rPr lang="en-US" sz="2000" dirty="0">
                <a:solidFill>
                  <a:srgbClr val="CAD3E1"/>
                </a:solidFill>
              </a:rPr>
              <a:t>Console-based memory game built entirely in C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è"/>
            </a:pPr>
            <a:r>
              <a:rPr lang="en-US" sz="2000" dirty="0">
                <a:solidFill>
                  <a:srgbClr val="CAD3E1"/>
                </a:solidFill>
              </a:rPr>
              <a:t>System flashes a sequence of 4 colors: RED, GREEN, BLUE, YELLOW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è"/>
            </a:pPr>
            <a:r>
              <a:rPr lang="en-US" sz="2000" dirty="0">
                <a:solidFill>
                  <a:srgbClr val="CAD3E1"/>
                </a:solidFill>
              </a:rPr>
              <a:t>Player must recall and re-enter the full sequence using validated inputs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è"/>
            </a:pPr>
            <a:r>
              <a:rPr lang="en-US" sz="2000" dirty="0">
                <a:solidFill>
                  <a:srgbClr val="CAD3E1"/>
                </a:solidFill>
              </a:rPr>
              <a:t>Each correct round adds one more color, increases score, and raises difficulty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è"/>
            </a:pPr>
            <a:r>
              <a:rPr lang="en-US" sz="2000" dirty="0">
                <a:solidFill>
                  <a:srgbClr val="CAD3E1"/>
                </a:solidFill>
              </a:rPr>
              <a:t>One wrong input ends the game, updates high score, and offers play-again option</a:t>
            </a:r>
            <a:endParaRPr lang="en-US" sz="2000" dirty="0">
              <a:solidFill>
                <a:srgbClr val="CAD3E1"/>
              </a:solidFill>
              <a:latin typeface="Calibri"/>
            </a:endParaRPr>
          </a:p>
          <a:p>
            <a:pPr algn="l">
              <a:spcBef>
                <a:spcPts val="1000"/>
              </a:spcBef>
            </a:pPr>
            <a:r>
              <a:rPr lang="en-US" sz="2400" dirty="0">
                <a:solidFill>
                  <a:srgbClr val="CAD3E1"/>
                </a:solidFill>
                <a:latin typeface="Calibri"/>
              </a:rPr>
              <a:t>    </a:t>
            </a:r>
            <a:endParaRPr sz="240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41080" y="1261872"/>
            <a:ext cx="3108960" cy="1024128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59952" y="1389888"/>
            <a:ext cx="594360" cy="65836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64040" y="1508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 = 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2496312"/>
            <a:ext cx="3108960" cy="1024128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59952" y="2624328"/>
            <a:ext cx="594360" cy="658368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6404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 = 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3730752"/>
            <a:ext cx="3108960" cy="1024128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59952" y="3858768"/>
            <a:ext cx="594360" cy="65836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39776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 = BLUE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4965192"/>
            <a:ext cx="3108960" cy="1024128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59952" y="5093208"/>
            <a:ext cx="594360" cy="658368"/>
          </a:xfrm>
          <a:prstGeom prst="rect">
            <a:avLst/>
          </a:prstGeom>
          <a:solidFill>
            <a:srgbClr val="FFE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52120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 = YELLOW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  <a:latin typeface="Calibri"/>
              </a:rP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0E0EF"/>
                </a:solidFill>
                <a:latin typeface="Calibri"/>
              </a:rPr>
              <a:t>Why does this project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623560" cy="2487168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64592" cy="2487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35024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B4D8"/>
                </a:solidFill>
                <a:latin typeface="Calibri"/>
              </a:rPr>
              <a:t>Memory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AD3E1"/>
                </a:solidFill>
                <a:latin typeface="Calibri"/>
              </a:rPr>
              <a:t>Design a game that actively improves
concentration and recall ability in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70432"/>
            <a:ext cx="5623560" cy="2487168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170432"/>
            <a:ext cx="164592" cy="2487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335024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B4D8"/>
                </a:solidFill>
                <a:latin typeface="Calibri"/>
              </a:rPr>
              <a:t>Apply C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47672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AD3E1"/>
                </a:solidFill>
                <a:latin typeface="Calibri"/>
              </a:rPr>
              <a:t>Demonstrate arrays, loops, random
numbers and functions practically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5344"/>
            <a:ext cx="5623560" cy="2487168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895344"/>
            <a:ext cx="164592" cy="2487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05993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B4D8"/>
                </a:solidFill>
                <a:latin typeface="Calibri"/>
              </a:rPr>
              <a:t>Visual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72583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AD3E1"/>
                </a:solidFill>
                <a:latin typeface="Calibri"/>
              </a:rPr>
              <a:t>Use ANSI escape codes to render
colored backgrounds in the terminal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895344"/>
            <a:ext cx="5623560" cy="2487168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3895344"/>
            <a:ext cx="164592" cy="2487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405993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B4D8"/>
                </a:solidFill>
                <a:latin typeface="Calibri"/>
              </a:rPr>
              <a:t>Input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672583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CAD3E1"/>
                </a:solidFill>
                <a:latin typeface="Calibri"/>
              </a:rPr>
              <a:t>Ensure the player enters only valid choices to prevent wrong inputs and stops </a:t>
            </a:r>
            <a:r>
              <a:rPr lang="en-US" sz="2000" dirty="0" err="1">
                <a:solidFill>
                  <a:srgbClr val="CAD3E1"/>
                </a:solidFill>
                <a:latin typeface="Calibri"/>
              </a:rPr>
              <a:t>execusion</a:t>
            </a:r>
            <a:r>
              <a:rPr lang="en-US" sz="2000" dirty="0">
                <a:solidFill>
                  <a:srgbClr val="CAD3E1"/>
                </a:solidFill>
                <a:latin typeface="Calibri"/>
              </a:rPr>
              <a:t> </a:t>
            </a:r>
            <a:endParaRPr sz="2000"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  <a:latin typeface="Calibri"/>
              </a:rP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0E0EF"/>
                </a:solidFill>
                <a:latin typeface="Calibri"/>
              </a:rPr>
              <a:t>Goals of this mini-project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07592"/>
            <a:ext cx="5303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1170432"/>
            <a:ext cx="10561320" cy="804672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53312" y="1422892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Develop a fully functional memory game using the C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12848"/>
            <a:ext cx="5303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2075688"/>
            <a:ext cx="10561320" cy="804672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348222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Use arrays to store both the generated sequence</a:t>
            </a:r>
            <a:r>
              <a:rPr lang="en-US" b="0" i="0" dirty="0">
                <a:solidFill>
                  <a:srgbClr val="CAD3E1"/>
                </a:solidFill>
                <a:latin typeface="Calibri"/>
              </a:rPr>
              <a:t>, player input and track scores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3118103"/>
            <a:ext cx="5303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980944"/>
            <a:ext cx="10561320" cy="804672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172521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Apply rand() and </a:t>
            </a:r>
            <a:r>
              <a:rPr b="0" i="0" dirty="0" err="1">
                <a:solidFill>
                  <a:srgbClr val="CAD3E1"/>
                </a:solidFill>
                <a:latin typeface="Calibri"/>
              </a:rPr>
              <a:t>srand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(time(0)) for true random color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303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0432" y="3886200"/>
            <a:ext cx="10561320" cy="804672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3312" y="4114499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Use ANSI color codes to create an engaging terminal user interface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28616"/>
            <a:ext cx="5303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0432" y="4791456"/>
            <a:ext cx="10561320" cy="804672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1600" y="5019454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Implement modular code using </a:t>
            </a:r>
            <a:r>
              <a:rPr b="0" i="0" dirty="0" err="1">
                <a:solidFill>
                  <a:srgbClr val="CAD3E1"/>
                </a:solidFill>
                <a:latin typeface="Calibri"/>
              </a:rPr>
              <a:t>clearScreen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() and </a:t>
            </a:r>
            <a:r>
              <a:rPr b="0" i="0" dirty="0" err="1">
                <a:solidFill>
                  <a:srgbClr val="CAD3E1"/>
                </a:solidFill>
                <a:latin typeface="Calibri"/>
              </a:rPr>
              <a:t>displayColor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() functions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33872"/>
            <a:ext cx="5303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0432" y="5696712"/>
            <a:ext cx="10561320" cy="804672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5909810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Validate player input round-by-round</a:t>
            </a:r>
            <a:r>
              <a:rPr lang="en-US" dirty="0">
                <a:solidFill>
                  <a:srgbClr val="CAD3E1"/>
                </a:solidFill>
                <a:latin typeface="Calibri"/>
              </a:rPr>
              <a:t>, update high score and allow replay using loop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 </a:t>
            </a:r>
            <a:r>
              <a:rPr lang="en-US" b="0" i="0" dirty="0">
                <a:solidFill>
                  <a:srgbClr val="CAD3E1"/>
                </a:solidFill>
                <a:latin typeface="Calibri"/>
              </a:rPr>
              <a:t>control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  <a:latin typeface="Calibri"/>
              </a:rP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0E0EF"/>
                </a:solidFill>
                <a:latin typeface="Calibri"/>
              </a:rPr>
              <a:t>Everything used to build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486400" cy="539496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4D8"/>
                </a:solidFill>
                <a:latin typeface="Calibri"/>
              </a:rPr>
              <a:t>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49377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90E0EF"/>
                </a:solidFill>
                <a:latin typeface="Calibri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084831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90E0EF"/>
                </a:solidFill>
                <a:latin typeface="Calibri"/>
              </a:rPr>
              <a:t>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08960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GCC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33087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90E0EF"/>
                </a:solidFill>
                <a:latin typeface="Calibri"/>
              </a:rPr>
              <a:t>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133087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Linux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57216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90E0EF"/>
                </a:solidFill>
                <a:latin typeface="Calibri"/>
              </a:rPr>
              <a:t>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157216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ANSI-compatible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70432"/>
            <a:ext cx="5486400" cy="539496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3533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  <a:latin typeface="Calibri"/>
              </a:rPr>
              <a:t>Libraries 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20240"/>
            <a:ext cx="49377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084831"/>
            <a:ext cx="5166360" cy="1005840"/>
          </a:xfrm>
          <a:prstGeom prst="rect">
            <a:avLst/>
          </a:prstGeom>
          <a:solidFill>
            <a:srgbClr val="14233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1579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stdio.h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877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1"/>
                </a:solidFill>
                <a:latin typeface="Calibri"/>
              </a:rPr>
              <a:t>Standard Input / Output 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7940" y="3249736"/>
            <a:ext cx="5166360" cy="1005840"/>
          </a:xfrm>
          <a:prstGeom prst="rect">
            <a:avLst/>
          </a:prstGeom>
          <a:solidFill>
            <a:srgbClr val="14233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399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stdlib.h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22191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1"/>
                </a:solidFill>
                <a:latin typeface="Calibri"/>
              </a:rPr>
              <a:t>rand() and srand() functions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582" y="4367114"/>
            <a:ext cx="5166360" cy="1005840"/>
          </a:xfrm>
          <a:prstGeom prst="rect">
            <a:avLst/>
          </a:prstGeom>
          <a:solidFill>
            <a:srgbClr val="14233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648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time.h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5663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1"/>
                </a:solidFill>
                <a:latin typeface="Calibri"/>
              </a:rPr>
              <a:t>time(0) to seed random number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7940" y="5535737"/>
            <a:ext cx="5166360" cy="1005840"/>
          </a:xfrm>
          <a:prstGeom prst="rect">
            <a:avLst/>
          </a:prstGeom>
          <a:solidFill>
            <a:srgbClr val="14233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568480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00B4D8"/>
                </a:solidFill>
                <a:latin typeface="Calibri"/>
              </a:rPr>
              <a:t>unistd.h</a:t>
            </a:r>
            <a:endParaRPr sz="1500" b="1" i="0" dirty="0">
              <a:solidFill>
                <a:srgbClr val="00B4D8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6142005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AD3E1"/>
                </a:solidFill>
                <a:latin typeface="Calibri"/>
              </a:rPr>
              <a:t>sleep() function for delays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  <a:latin typeface="Calibri"/>
              </a:rP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Game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0E0EF"/>
                </a:solidFill>
                <a:latin typeface="Calibri"/>
              </a:rPr>
              <a:t>Step-by-step working of the game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170432"/>
            <a:ext cx="3657600" cy="242316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1335024"/>
            <a:ext cx="65836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5" y="1464153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Game Starts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Instructions displayed,
player presses Enter to begin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170432"/>
            <a:ext cx="3657600" cy="242316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43983" y="1335024"/>
            <a:ext cx="65836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1441859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Generate 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194560"/>
            <a:ext cx="3246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rand() % 4 + 1 picks
a random color </a:t>
            </a:r>
            <a:r>
              <a:rPr lang="en-US" dirty="0">
                <a:solidFill>
                  <a:srgbClr val="CAD3E1"/>
                </a:solidFill>
                <a:latin typeface="Calibri"/>
              </a:rPr>
              <a:t>and </a:t>
            </a:r>
          </a:p>
          <a:p>
            <a:pPr algn="l"/>
            <a:r>
              <a:rPr lang="en-US" b="0" i="0" dirty="0">
                <a:solidFill>
                  <a:srgbClr val="CAD3E1"/>
                </a:solidFill>
                <a:latin typeface="Calibri"/>
              </a:rPr>
              <a:t>Appends it to </a:t>
            </a:r>
            <a:r>
              <a:rPr lang="en-US" dirty="0">
                <a:solidFill>
                  <a:srgbClr val="CAD3E1"/>
                </a:solidFill>
                <a:latin typeface="Calibri"/>
              </a:rPr>
              <a:t>the sequence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11312" y="1170432"/>
            <a:ext cx="3657600" cy="242316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75904" y="1335024"/>
            <a:ext cx="65836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1502895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Show Color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3246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ANSI escape code </a:t>
            </a:r>
            <a:r>
              <a:rPr lang="en-US" dirty="0">
                <a:solidFill>
                  <a:srgbClr val="CAD3E1"/>
                </a:solidFill>
                <a:latin typeface="Calibri"/>
              </a:rPr>
              <a:t>display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
</a:t>
            </a:r>
            <a:r>
              <a:rPr lang="en-US" dirty="0">
                <a:solidFill>
                  <a:srgbClr val="CAD3E1"/>
                </a:solidFill>
                <a:latin typeface="Calibri"/>
              </a:rPr>
              <a:t>the full color sequence with delay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7472" y="3895344"/>
            <a:ext cx="3657600" cy="242316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2064" y="4059935"/>
            <a:ext cx="65836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0452" y="4168431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Player 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19472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User </a:t>
            </a:r>
            <a:r>
              <a:rPr lang="en-US" dirty="0">
                <a:solidFill>
                  <a:srgbClr val="CAD3E1"/>
                </a:solidFill>
                <a:latin typeface="Calibri"/>
              </a:rPr>
              <a:t>enters the color sequence;</a:t>
            </a:r>
          </a:p>
          <a:p>
            <a:pPr algn="l"/>
            <a:r>
              <a:rPr lang="en-US" b="0" i="0" dirty="0">
                <a:solidFill>
                  <a:srgbClr val="CAD3E1"/>
                </a:solidFill>
                <a:latin typeface="Calibri"/>
              </a:rPr>
              <a:t>Invalid inputs are rejected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79392" y="3895344"/>
            <a:ext cx="3657600" cy="242316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43983" y="4059935"/>
            <a:ext cx="65836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4189064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Verify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919472"/>
            <a:ext cx="3246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AD3E1"/>
                </a:solidFill>
                <a:latin typeface="Calibri"/>
              </a:rPr>
              <a:t>L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oop checks ea</a:t>
            </a:r>
            <a:r>
              <a:rPr lang="en-US" b="0" i="0" dirty="0">
                <a:solidFill>
                  <a:srgbClr val="CAD3E1"/>
                </a:solidFill>
                <a:latin typeface="Calibri"/>
              </a:rPr>
              <a:t>ch input against</a:t>
            </a:r>
          </a:p>
          <a:p>
            <a:pPr algn="l"/>
            <a:r>
              <a:rPr lang="en-US" dirty="0">
                <a:solidFill>
                  <a:srgbClr val="CAD3E1"/>
                </a:solidFill>
                <a:latin typeface="Calibri"/>
              </a:rPr>
              <a:t>correct sequence [] and updates score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11312" y="3895344"/>
            <a:ext cx="3657600" cy="242316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75904" y="4059935"/>
            <a:ext cx="65836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4096511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Resul</a:t>
            </a:r>
            <a:r>
              <a:rPr lang="en-US" sz="2000" b="1" i="0" dirty="0">
                <a:solidFill>
                  <a:srgbClr val="FFFFFF"/>
                </a:solidFill>
                <a:latin typeface="Calibri"/>
              </a:rPr>
              <a:t>t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12480" y="4919472"/>
            <a:ext cx="3246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Correct -&gt; next level
Wrong -&gt; Game Over</a:t>
            </a:r>
            <a:r>
              <a:rPr lang="en-US" b="0" i="0" dirty="0">
                <a:solidFill>
                  <a:srgbClr val="CAD3E1"/>
                </a:solidFill>
                <a:latin typeface="Calibri"/>
              </a:rPr>
              <a:t>, high score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 shown</a:t>
            </a:r>
            <a:endParaRPr lang="en-US" b="0" i="0" dirty="0">
              <a:solidFill>
                <a:srgbClr val="CAD3E1"/>
              </a:solidFill>
              <a:latin typeface="Calibri"/>
            </a:endParaRPr>
          </a:p>
          <a:p>
            <a:pPr algn="l"/>
            <a:r>
              <a:rPr lang="en-IN" dirty="0">
                <a:solidFill>
                  <a:srgbClr val="CAD3E1"/>
                </a:solidFill>
                <a:latin typeface="Calibri"/>
              </a:rPr>
              <a:t>Play-again option displayed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  <a:latin typeface="Calibri"/>
              </a:rP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Key C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0E0EF"/>
                </a:solidFill>
                <a:latin typeface="Calibri"/>
              </a:rPr>
              <a:t>Core programming concepts applied in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92840" cy="96012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9818" y="147854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0B4D8"/>
                </a:solidFill>
                <a:latin typeface="Calibri"/>
              </a:rPr>
              <a:t>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753" y="1545336"/>
            <a:ext cx="7923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 err="1">
                <a:solidFill>
                  <a:srgbClr val="CAD3E1"/>
                </a:solidFill>
                <a:latin typeface="Calibri"/>
              </a:rPr>
              <a:t>co</a:t>
            </a:r>
            <a:r>
              <a:rPr b="0" i="0" dirty="0" err="1">
                <a:solidFill>
                  <a:srgbClr val="CAD3E1"/>
                </a:solidFill>
                <a:latin typeface="Calibri"/>
              </a:rPr>
              <a:t>rrectSequence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[] and </a:t>
            </a:r>
            <a:r>
              <a:rPr b="0" i="0" dirty="0" err="1">
                <a:solidFill>
                  <a:srgbClr val="CAD3E1"/>
                </a:solidFill>
                <a:latin typeface="Calibri"/>
              </a:rPr>
              <a:t>playerInput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[] store all color data across every game round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9424"/>
            <a:ext cx="11292840" cy="96012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249424"/>
            <a:ext cx="18288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47802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0B4D8"/>
                </a:solidFill>
                <a:latin typeface="Calibri"/>
              </a:rPr>
              <a:t>rand()/</a:t>
            </a:r>
            <a:r>
              <a:rPr sz="1700" b="1" i="0" dirty="0" err="1">
                <a:solidFill>
                  <a:srgbClr val="00B4D8"/>
                </a:solidFill>
                <a:latin typeface="Calibri"/>
              </a:rPr>
              <a:t>srand</a:t>
            </a:r>
            <a:r>
              <a:rPr sz="1700" b="1" i="0" dirty="0">
                <a:solidFill>
                  <a:srgbClr val="00B4D8"/>
                </a:solidFill>
                <a:latin typeface="Calibri"/>
              </a:rPr>
              <a:t>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753" y="2456164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Generates a random integer 1-4, seeded with </a:t>
            </a:r>
            <a:r>
              <a:rPr b="0" i="0" dirty="0" err="1">
                <a:solidFill>
                  <a:srgbClr val="CAD3E1"/>
                </a:solidFill>
                <a:latin typeface="Calibri"/>
              </a:rPr>
              <a:t>srand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(time(0)) for true randomness</a:t>
            </a:r>
            <a:r>
              <a:rPr lang="en-US" b="0" i="0" dirty="0">
                <a:solidFill>
                  <a:srgbClr val="CAD3E1"/>
                </a:solidFill>
                <a:latin typeface="Calibri"/>
              </a:rPr>
              <a:t>  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328415"/>
            <a:ext cx="11292840" cy="96012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328415"/>
            <a:ext cx="18288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6530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0B4D8"/>
                </a:solidFill>
                <a:latin typeface="Calibri"/>
              </a:rPr>
              <a:t>switch-case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3451628"/>
            <a:ext cx="7808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Maps random color numbers to the correct ANSI escape codes for terminal display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07408"/>
            <a:ext cx="11292840" cy="96012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407408"/>
            <a:ext cx="18288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553" y="467258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0B4D8"/>
                </a:solidFill>
                <a:latin typeface="Calibri"/>
              </a:rPr>
              <a:t>Loops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2756" y="4600879"/>
            <a:ext cx="7869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while(1) drives the overall game loop; for() handles input collection and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86400"/>
            <a:ext cx="11292840" cy="960120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18288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71165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0B4D8"/>
                </a:solidFill>
                <a:latin typeface="Calibri"/>
              </a:rPr>
              <a:t>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2756" y="5781794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CAD3E1"/>
                </a:solidFill>
                <a:latin typeface="Calibri"/>
              </a:rPr>
              <a:t>clearScreen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() and </a:t>
            </a:r>
            <a:r>
              <a:rPr b="0" i="0" dirty="0" err="1">
                <a:solidFill>
                  <a:srgbClr val="CAD3E1"/>
                </a:solidFill>
                <a:latin typeface="Calibri"/>
              </a:rPr>
              <a:t>displayColor</a:t>
            </a:r>
            <a:r>
              <a:rPr b="0" i="0" dirty="0">
                <a:solidFill>
                  <a:srgbClr val="CAD3E1"/>
                </a:solidFill>
                <a:latin typeface="Calibri"/>
              </a:rPr>
              <a:t>() keep the code modular, readable and reusable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  <a:latin typeface="Calibri"/>
              </a:rP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Output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0E0EF"/>
                </a:solidFill>
                <a:latin typeface="Calibri"/>
              </a:rPr>
              <a:t>Proof that the game works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4864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1200" b="1" dirty="0">
              <a:solidFill>
                <a:srgbClr val="0D1B2A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88720" y="1170432"/>
            <a:ext cx="10561320" cy="786384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316736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Color sequence is displayed correctly each round using ANSI escape codes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1100" b="1" dirty="0">
              <a:solidFill>
                <a:srgbClr val="0D1B2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88720" y="2066543"/>
            <a:ext cx="10561320" cy="786384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9888" y="2284214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AD3E1"/>
                </a:solidFill>
                <a:latin typeface="Calibri"/>
              </a:rPr>
              <a:t>Player input is accepted and stored in the playerInput[]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54864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1100" b="1" dirty="0">
              <a:solidFill>
                <a:srgbClr val="0D1B2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88720" y="2962656"/>
            <a:ext cx="10561320" cy="786384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89888" y="3180326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Sequence verification runs correctly level by level </a:t>
            </a:r>
            <a:r>
              <a:rPr lang="en-US" dirty="0">
                <a:solidFill>
                  <a:srgbClr val="CAD3E1"/>
                </a:solidFill>
                <a:latin typeface="Calibri"/>
              </a:rPr>
              <a:t>and score is updated accordingly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986783"/>
            <a:ext cx="54864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1100" b="1" dirty="0">
              <a:solidFill>
                <a:srgbClr val="0D1B2A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88720" y="3858768"/>
            <a:ext cx="10561320" cy="786384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6527" y="4059936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Wrong input immediately triggers the Game Over </a:t>
            </a:r>
            <a:r>
              <a:rPr lang="en-US" dirty="0">
                <a:solidFill>
                  <a:srgbClr val="CAD3E1"/>
                </a:solidFill>
                <a:latin typeface="Calibri"/>
              </a:rPr>
              <a:t>message and updates the high score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4882896"/>
            <a:ext cx="54864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1100" b="1" dirty="0">
              <a:solidFill>
                <a:srgbClr val="0D1B2A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88720" y="4754880"/>
            <a:ext cx="10561320" cy="786384"/>
          </a:xfrm>
          <a:prstGeom prst="rect">
            <a:avLst/>
          </a:prstGeom>
          <a:solidFill>
            <a:srgbClr val="1E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56527" y="4935974"/>
            <a:ext cx="1019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AD3E1"/>
                </a:solidFill>
                <a:latin typeface="Calibri"/>
              </a:rPr>
              <a:t>Level counter increments correctly</a:t>
            </a:r>
            <a:r>
              <a:rPr lang="en-US" b="0" i="0" dirty="0">
                <a:solidFill>
                  <a:srgbClr val="CAD3E1"/>
                </a:solidFill>
                <a:latin typeface="Calibri"/>
              </a:rPr>
              <a:t> and player is given a play-again option</a:t>
            </a:r>
            <a:endParaRPr b="0" i="0" dirty="0">
              <a:solidFill>
                <a:srgbClr val="CAD3E1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5687568"/>
            <a:ext cx="11292840" cy="914400"/>
          </a:xfrm>
          <a:prstGeom prst="rect">
            <a:avLst/>
          </a:prstGeom>
          <a:solidFill>
            <a:srgbClr val="142335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Thank-You!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  <a:latin typeface="Calibri"/>
              </a:rP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640</Words>
  <Application>Microsoft Office PowerPoint</Application>
  <PresentationFormat>Custom</PresentationFormat>
  <Paragraphs>122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Riya Bhuyar</cp:lastModifiedBy>
  <cp:revision>1</cp:revision>
  <dcterms:created xsi:type="dcterms:W3CDTF">2013-01-27T09:14:16Z</dcterms:created>
  <dcterms:modified xsi:type="dcterms:W3CDTF">2026-03-01T16:19:54Z</dcterms:modified>
  <cp:category/>
</cp:coreProperties>
</file>